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31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A) 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64 bits (regular pizza slice)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C)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D) All of the above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Fixed-size chunks of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A) Wrapping each candy bar individually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CBC (chain reaction mode)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10 bits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A) Two burglars bumping into each other mid-heist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A) It reduces effective key strength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A) Two treasure hunters digging from opposite sides of a tunnel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C) 2^57 (barely better than single DES)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Setting all three keys equal makes it backward-compatible with old single DES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C) 168 bits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112 bits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It's slow, and its 64-bit block size makes it risky for large volumes of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'It still works for now, but it's deprecated — we should be planning a move to AES'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Symmetric Key Cryptosystem Quiz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Ciphers  •  S-DES  •  DES  •  Double DES  •  Meet-in-the-Middle  •  Triple 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length: DES uses a 56-bit key. Imagine each bit as a superhero guarding your data — how many heroes are on duty?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size: DES encrypts data in blocks of…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bits (snack-size)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bits (regular pizza slice)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bits (family pizza)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bits (party platter)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Rounds: DES performs how many rounds of encryption before it's happy with the result?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Weakness: Why is DES considered insecure today?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17296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too short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too fast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too clever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Definition: A block cipher encrypts…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bit at a time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chunks of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movies at once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emojis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Analogy: Using a block cipher is like…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each candy bar individually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all candies into one bag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only the first candy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hackers free samples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Modes: Which mode makes block ciphers act like a playlist instead of single tracks?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(boring repeat mode)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(chain reaction mode)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CFB (DJ shuffle mode)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OFB (infinite loop mode)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S-DES is basically DES's little sibling used for homework, not real secrets. What's its key size?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bits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S-DES is the 'kiddie pool' version of DES, how many rounds does it splash through?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Concept: Meet-in-the-middle is like…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burglars bumping into each other mid-heist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superheroes meeting for encrypted coffee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hackers playing chess halfway through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pizzas meeting in the oven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DES vulnerability: Why does meet-in-the-middle weaken Double DES?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effective key strength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hackers laugh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doubles the pizza bill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confuses professors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Analogy: Meet-in-the-middle is best imagined as…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treasure hunters digging from opposite sides of a tunnel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chefs cooking the same dish separately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gamers pressing "start" at the same time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magicians revealing the same trick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to this 'tunnel-digging' trick, Double DES's real-world strength drops to roughly: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2^112 (still tough)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2^56 (same as single DES)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2^57 (barely better than single DES)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2^128 (super safe)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3DES runs Encrypt-Decrypt-Encrypt (E-D-E) instead of three straight encryptions. Why the weird middle flip?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encryption faster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all three keys equal makes it backward-compatible with old single DES systems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memory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skips using S-boxes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3DES with three totally different keys (K1, K2, K3) — the 'full VIP pass' option — gives you what effective key strength?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bits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bits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bits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bits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3DES with K1 = K3 and only K2 different — the 'budget combo' option — gives you what effective key strength?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bits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bits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bits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bits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Despite being 'triple' strong, NIST retired 3DES around 2023. What's the real problem?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never secure to begin with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slow, and its 64-bit block size makes it risky for large volumes of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work in hardware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came out first, so 3DES got no chance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320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Scenario: Your legacy ATM still runs 3DES in 2026. Your manager nervously asks, 'Are we safe?' What's the honest answer?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8785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7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'Totally safe forever, no need to worry'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3662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662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 still works for now, but it's deprecated — we should be planning a move to AES'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4466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446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'3DES was broken years ago, shut it down immediately'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135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632307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323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61356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'3DES and AES are exactly the same thing'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FFFFF"/>
                </a:solidFill>
              </a:rPr>
              <a:t>✅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did you get right?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DES Basics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56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21992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221992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64 bits (regular pizza slice)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72384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072384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16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22776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922776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All of the above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Block Cipher Concepts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Fixed-size chunks of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21992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221992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Wrapping each candy bar individually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72384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072384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CBC (chain reaction mode)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Simple DES (S-DES)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10 bits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21992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221992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2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Double DES &amp; Meet-in-the-Middle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Two burglars bumping into each other mid-heist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21992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221992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reduces effective key strength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72384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072384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Two treasure hunters digging from opposite sides of a tunnel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22776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922776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2^57 (barely better than single DES)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Triple DES (3DES)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Setting all three keys equal makes it backward-compatible with old single DES systems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21992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221992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168 bits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72384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072384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112 bits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22776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922776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It's slow, and its 64-bit block size makes it risky for large volumes of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73168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77316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'It still works for now, but it's deprecated — we should be planning a move to AES'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1161</Words>
  <Application>Microsoft Office PowerPoint</Application>
  <PresentationFormat>Widescreen</PresentationFormat>
  <Paragraphs>269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dharani karthick</cp:lastModifiedBy>
  <cp:revision>2</cp:revision>
  <dcterms:created xsi:type="dcterms:W3CDTF">2026-07-29T04:43:37Z</dcterms:created>
  <dcterms:modified xsi:type="dcterms:W3CDTF">2026-07-29T05:03:02Z</dcterms:modified>
</cp:coreProperties>
</file>